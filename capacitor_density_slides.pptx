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5" r:id="rId1"/>
    <p:sldMasterId id="2147483691" r:id="rId2"/>
  </p:sldMasterIdLst>
  <p:notesMasterIdLst>
    <p:notesMasterId r:id="rId5"/>
  </p:notesMasterIdLst>
  <p:handoutMasterIdLst>
    <p:handoutMasterId r:id="rId6"/>
  </p:handoutMasterIdLst>
  <p:sldIdLst>
    <p:sldId id="727" r:id="rId3"/>
    <p:sldId id="728" r:id="rId4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5ACC"/>
    <a:srgbClr val="FF0000"/>
    <a:srgbClr val="4472C4"/>
    <a:srgbClr val="1559CA"/>
    <a:srgbClr val="0072BD"/>
    <a:srgbClr val="D95319"/>
    <a:srgbClr val="FCB323"/>
    <a:srgbClr val="0053FA"/>
    <a:srgbClr val="07B5E6"/>
    <a:srgbClr val="0032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71" autoAdjust="0"/>
    <p:restoredTop sz="92585" autoAdjust="0"/>
  </p:normalViewPr>
  <p:slideViewPr>
    <p:cSldViewPr>
      <p:cViewPr varScale="1">
        <p:scale>
          <a:sx n="118" d="100"/>
          <a:sy n="118" d="100"/>
        </p:scale>
        <p:origin x="1224" y="200"/>
      </p:cViewPr>
      <p:guideLst>
        <p:guide orient="horz" pos="1200"/>
        <p:guide pos="7680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howGuides="1">
      <p:cViewPr varScale="1">
        <p:scale>
          <a:sx n="64" d="100"/>
          <a:sy n="64" d="100"/>
        </p:scale>
        <p:origin x="1880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C4DC37-A2A0-413E-A15C-DD216C7A1C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80AA52-D7DA-4E09-9564-66FBFFAABE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6AA02C-955F-4839-9FFD-65F2C4CC8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21070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7B5C33-BE20-4889-919C-7DDE96AE1F6A}" type="datetimeFigureOut">
              <a:rPr lang="en-US" smtClean="0"/>
              <a:t>1/18/26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96DE48-F295-4FF7-983E-BCE64B4744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97705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15516-67D5-34EB-9B1D-937CFD283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73A3B2-FA51-F09C-319F-633751AD1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483944-F260-BC53-8BF2-E3FE607FB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DB5E3DD-569F-DB49-B105-5CA4CE51B03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6C5CC-646C-AC8B-CB02-6039EE6D24A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84BDF-1D6A-9719-7DDD-53FED9D4D3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6DE48-F295-4FF7-983E-BCE64B4744C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991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EF323-94D1-2146-BAD8-A1B029988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C35A7D-E85E-2F15-3499-86134F48D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EA9582-1464-2C30-B25D-6452287B5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0260289-AAC2-1FCD-C5CB-085600AA3B5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0F8D1-C001-22B7-6497-B148B310B7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782E9-FBDE-FC36-A471-E85E42C9B2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6DE48-F295-4FF7-983E-BCE64B4744C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816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25CA1-A9D9-42B5-9542-E43F9674A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835914"/>
            <a:ext cx="10515600" cy="2852737"/>
          </a:xfrm>
          <a:prstGeom prst="rect">
            <a:avLst/>
          </a:prstGeom>
        </p:spPr>
        <p:txBody>
          <a:bodyPr anchor="b"/>
          <a:lstStyle>
            <a:lvl1pPr algn="ctr">
              <a:defRPr sz="4500">
                <a:solidFill>
                  <a:srgbClr val="003262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1367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FC1FD-0727-47BC-9776-C8113E544C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  <a:prstGeom prst="rect">
            <a:avLst/>
          </a:prstGeom>
        </p:spPr>
        <p:txBody>
          <a:bodyPr/>
          <a:lstStyle>
            <a:lvl1pPr>
              <a:defRPr>
                <a:latin typeface="Lucida Grande" charset="0"/>
                <a:ea typeface="Lucida Grande" charset="0"/>
                <a:cs typeface="Lucida Grande" charset="0"/>
              </a:defRPr>
            </a:lvl1pPr>
            <a:lvl2pPr>
              <a:defRPr>
                <a:latin typeface="Lucida Grande" charset="0"/>
                <a:ea typeface="Lucida Grande" charset="0"/>
                <a:cs typeface="Lucida Grande" charset="0"/>
              </a:defRPr>
            </a:lvl2pPr>
            <a:lvl3pPr>
              <a:defRPr>
                <a:latin typeface="Lucida Grande" charset="0"/>
                <a:ea typeface="Lucida Grande" charset="0"/>
                <a:cs typeface="Lucida Grande" charset="0"/>
              </a:defRPr>
            </a:lvl3pPr>
            <a:lvl4pPr>
              <a:defRPr>
                <a:latin typeface="Lucida Grande" charset="0"/>
                <a:ea typeface="Lucida Grande" charset="0"/>
                <a:cs typeface="Lucida Grande" charset="0"/>
              </a:defRPr>
            </a:lvl4pPr>
            <a:lvl5pPr>
              <a:defRPr>
                <a:latin typeface="Lucida Grande" charset="0"/>
                <a:ea typeface="Lucida Grande" charset="0"/>
                <a:cs typeface="Lucida Grande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C8995B-5A9A-4C5C-B1C5-DAC1F7661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  <a:prstGeom prst="rect">
            <a:avLst/>
          </a:prstGeom>
        </p:spPr>
        <p:txBody>
          <a:bodyPr/>
          <a:lstStyle>
            <a:lvl1pPr>
              <a:defRPr>
                <a:latin typeface="Lucida Grande" charset="0"/>
                <a:ea typeface="Lucida Grande" charset="0"/>
                <a:cs typeface="Lucida Grande" charset="0"/>
              </a:defRPr>
            </a:lvl1pPr>
            <a:lvl2pPr>
              <a:defRPr>
                <a:latin typeface="Lucida Grande" charset="0"/>
                <a:ea typeface="Lucida Grande" charset="0"/>
                <a:cs typeface="Lucida Grande" charset="0"/>
              </a:defRPr>
            </a:lvl2pPr>
            <a:lvl3pPr>
              <a:defRPr>
                <a:latin typeface="Lucida Grande" charset="0"/>
                <a:ea typeface="Lucida Grande" charset="0"/>
                <a:cs typeface="Lucida Grande" charset="0"/>
              </a:defRPr>
            </a:lvl3pPr>
            <a:lvl4pPr>
              <a:defRPr>
                <a:latin typeface="Lucida Grande" charset="0"/>
                <a:ea typeface="Lucida Grande" charset="0"/>
                <a:cs typeface="Lucida Grande" charset="0"/>
              </a:defRPr>
            </a:lvl4pPr>
            <a:lvl5pPr>
              <a:defRPr>
                <a:latin typeface="Lucida Grande" charset="0"/>
                <a:ea typeface="Lucida Grande" charset="0"/>
                <a:cs typeface="Lucida Grande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55BEFA-7995-48F3-97E9-35B2C4CB94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6496" y="6306657"/>
            <a:ext cx="2743200" cy="365125"/>
          </a:xfrm>
          <a:prstGeom prst="rect">
            <a:avLst/>
          </a:prstGeom>
        </p:spPr>
        <p:txBody>
          <a:bodyPr/>
          <a:lstStyle/>
          <a:p>
            <a:fld id="{0C648D63-10BC-4192-BE07-124C1BBD233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CE9AB4B-AB23-4017-A18B-33E8C8E8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"/>
            <a:ext cx="10515600" cy="6096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88788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56052-82BA-49A0-B4EF-98CFBB8D4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latin typeface="Lucida Grande" charset="0"/>
                <a:ea typeface="Lucida Grande" charset="0"/>
                <a:cs typeface="Lucida Grande" charset="0"/>
              </a:defRPr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D94098-38DA-4281-8E40-8FEC131C4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Lucida Grande" charset="0"/>
                <a:ea typeface="Lucida Grande" charset="0"/>
                <a:cs typeface="Lucida Grande" charset="0"/>
              </a:defRPr>
            </a:lvl1pPr>
            <a:lvl2pPr>
              <a:defRPr>
                <a:latin typeface="Lucida Grande" charset="0"/>
                <a:ea typeface="Lucida Grande" charset="0"/>
                <a:cs typeface="Lucida Grande" charset="0"/>
              </a:defRPr>
            </a:lvl2pPr>
            <a:lvl3pPr>
              <a:defRPr>
                <a:latin typeface="Lucida Grande" charset="0"/>
                <a:ea typeface="Lucida Grande" charset="0"/>
                <a:cs typeface="Lucida Grande" charset="0"/>
              </a:defRPr>
            </a:lvl3pPr>
            <a:lvl4pPr>
              <a:defRPr>
                <a:latin typeface="Lucida Grande" charset="0"/>
                <a:ea typeface="Lucida Grande" charset="0"/>
                <a:cs typeface="Lucida Grande" charset="0"/>
              </a:defRPr>
            </a:lvl4pPr>
            <a:lvl5pPr>
              <a:defRPr>
                <a:latin typeface="Lucida Grande" charset="0"/>
                <a:ea typeface="Lucida Grande" charset="0"/>
                <a:cs typeface="Lucida Grande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04506C-B98F-4049-A6AF-82CECF2700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6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latin typeface="Lucida Grande" charset="0"/>
                <a:ea typeface="Lucida Grande" charset="0"/>
                <a:cs typeface="Lucida Grande" charset="0"/>
              </a:defRPr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50944F-8BA3-44F2-91F1-E6D9F12E7D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6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Lucida Grande" charset="0"/>
                <a:ea typeface="Lucida Grande" charset="0"/>
                <a:cs typeface="Lucida Grande" charset="0"/>
              </a:defRPr>
            </a:lvl1pPr>
            <a:lvl2pPr>
              <a:defRPr>
                <a:latin typeface="Lucida Grande" charset="0"/>
                <a:ea typeface="Lucida Grande" charset="0"/>
                <a:cs typeface="Lucida Grande" charset="0"/>
              </a:defRPr>
            </a:lvl2pPr>
            <a:lvl3pPr>
              <a:defRPr>
                <a:latin typeface="Lucida Grande" charset="0"/>
                <a:ea typeface="Lucida Grande" charset="0"/>
                <a:cs typeface="Lucida Grande" charset="0"/>
              </a:defRPr>
            </a:lvl3pPr>
            <a:lvl4pPr>
              <a:defRPr>
                <a:latin typeface="Lucida Grande" charset="0"/>
                <a:ea typeface="Lucida Grande" charset="0"/>
                <a:cs typeface="Lucida Grande" charset="0"/>
              </a:defRPr>
            </a:lvl4pPr>
            <a:lvl5pPr>
              <a:defRPr>
                <a:latin typeface="Lucida Grande" charset="0"/>
                <a:ea typeface="Lucida Grande" charset="0"/>
                <a:cs typeface="Lucida Grande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10104B-72D9-447A-9108-BE5B6CAE99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Lucida Grande" charset="0"/>
                <a:ea typeface="Lucida Grande" charset="0"/>
                <a:cs typeface="Lucida Grande" charset="0"/>
              </a:defRPr>
            </a:lvl1pPr>
          </a:lstStyle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9C617C-D562-493B-A1FE-0BDB1AC6F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9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Lucida Grande" charset="0"/>
                <a:ea typeface="Lucida Grande" charset="0"/>
                <a:cs typeface="Lucida Grande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D41EB9-0F1E-4C4D-B894-F0D877520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4325" y="632931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Lucida Grande" charset="0"/>
                <a:ea typeface="Lucida Grande" charset="0"/>
                <a:cs typeface="Lucida Grande" charset="0"/>
              </a:defRPr>
            </a:lvl1pPr>
          </a:lstStyle>
          <a:p>
            <a:r>
              <a:rPr lang="en-US"/>
              <a:t>Student Name &amp; Email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CE9AB4B-AB23-4017-A18B-33E8C8E8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"/>
            <a:ext cx="10515600" cy="6096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9496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rgbClr val="0032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CF38F-0396-4252-8B93-7972E7348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2667000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400">
                <a:solidFill>
                  <a:srgbClr val="FCB323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Sample Title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5" y="4267200"/>
            <a:ext cx="11960129" cy="2487706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894789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CF38F-0396-4252-8B93-7972E7348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514600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400" b="0">
                <a:solidFill>
                  <a:srgbClr val="003262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Sample Title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598554"/>
            <a:ext cx="12227648" cy="133007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024586"/>
            <a:ext cx="2907760" cy="60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4196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1C7B98-5517-421C-A902-A10059D69D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Lucida Grande" charset="0"/>
                <a:ea typeface="Lucida Grande" charset="0"/>
                <a:cs typeface="Lucida Grande" charset="0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556F9E-17CA-401A-9D67-D0912FE56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9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Lucida Grande" charset="0"/>
                <a:ea typeface="Lucida Grande" charset="0"/>
                <a:cs typeface="Lucida Grande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A39AE9-A08E-4E91-AB3A-3B08DCE18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4325" y="632931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Lucida Grande" charset="0"/>
                <a:ea typeface="Lucida Grande" charset="0"/>
                <a:cs typeface="Lucida Grande" charset="0"/>
              </a:defRPr>
            </a:lvl1pPr>
          </a:lstStyle>
          <a:p>
            <a:r>
              <a:rPr lang="en-US"/>
              <a:t>Student Name &amp; Email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CE9AB4B-AB23-4017-A18B-33E8C8E8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"/>
            <a:ext cx="10515600" cy="6096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74925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32834C-6D6B-4CFF-B920-893B68B6AB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Lucida Grande" charset="0"/>
                <a:ea typeface="Lucida Grande" charset="0"/>
                <a:cs typeface="Lucida Grande" charset="0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CB1D3C-7C07-4463-BE19-228144FD9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9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Lucida Grande" charset="0"/>
                <a:ea typeface="Lucida Grande" charset="0"/>
                <a:cs typeface="Lucida Grande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4E6C6-2692-4725-92B6-F54E3EEA6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4325" y="632931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Lucida Grande" charset="0"/>
                <a:ea typeface="Lucida Grande" charset="0"/>
                <a:cs typeface="Lucida Grande" charset="0"/>
              </a:defRPr>
            </a:lvl1pPr>
          </a:lstStyle>
          <a:p>
            <a:r>
              <a:rPr lang="en-US"/>
              <a:t>Student Name &amp; Email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CE9AB4B-AB23-4017-A18B-33E8C8E8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"/>
            <a:ext cx="10515600" cy="6096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7179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0411A-8C13-466B-8BA8-E055E143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325570"/>
            <a:ext cx="3932237" cy="731829"/>
          </a:xfrm>
          <a:prstGeom prst="rect">
            <a:avLst/>
          </a:prstGeom>
        </p:spPr>
        <p:txBody>
          <a:bodyPr anchor="b"/>
          <a:lstStyle>
            <a:lvl1pPr>
              <a:defRPr sz="2400">
                <a:latin typeface="Lucida Grande" charset="0"/>
                <a:ea typeface="Lucida Grande" charset="0"/>
                <a:cs typeface="Lucida Grande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44F5F-322D-4FA3-B345-BDAC295C0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325570"/>
            <a:ext cx="6172200" cy="4543419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Lucida Grande" charset="0"/>
                <a:ea typeface="Lucida Grande" charset="0"/>
                <a:cs typeface="Lucida Grande" charset="0"/>
              </a:defRPr>
            </a:lvl1pPr>
            <a:lvl2pPr>
              <a:defRPr sz="2100">
                <a:latin typeface="Lucida Grande" charset="0"/>
                <a:ea typeface="Lucida Grande" charset="0"/>
                <a:cs typeface="Lucida Grande" charset="0"/>
              </a:defRPr>
            </a:lvl2pPr>
            <a:lvl3pPr>
              <a:defRPr sz="1800">
                <a:latin typeface="Lucida Grande" charset="0"/>
                <a:ea typeface="Lucida Grande" charset="0"/>
                <a:cs typeface="Lucida Grande" charset="0"/>
              </a:defRPr>
            </a:lvl3pPr>
            <a:lvl4pPr>
              <a:defRPr sz="1500">
                <a:latin typeface="Lucida Grande" charset="0"/>
                <a:ea typeface="Lucida Grande" charset="0"/>
                <a:cs typeface="Lucida Grande" charset="0"/>
              </a:defRPr>
            </a:lvl4pPr>
            <a:lvl5pPr>
              <a:defRPr sz="1500">
                <a:latin typeface="Lucida Grande" charset="0"/>
                <a:ea typeface="Lucida Grande" charset="0"/>
                <a:cs typeface="Lucida Grande" charset="0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48CFFE-134E-4A07-B4E7-F747365F88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Lucida Grande" charset="0"/>
                <a:ea typeface="Lucida Grande" charset="0"/>
                <a:cs typeface="Lucida Grande" charset="0"/>
              </a:defRPr>
            </a:lvl1pPr>
            <a:lvl2pPr marL="342884" indent="0">
              <a:buNone/>
              <a:defRPr sz="1050"/>
            </a:lvl2pPr>
            <a:lvl3pPr marL="685766" indent="0">
              <a:buNone/>
              <a:defRPr sz="900"/>
            </a:lvl3pPr>
            <a:lvl4pPr marL="1028649" indent="0">
              <a:buNone/>
              <a:defRPr sz="750"/>
            </a:lvl4pPr>
            <a:lvl5pPr marL="1371532" indent="0">
              <a:buNone/>
              <a:defRPr sz="750"/>
            </a:lvl5pPr>
            <a:lvl6pPr marL="1714415" indent="0">
              <a:buNone/>
              <a:defRPr sz="750"/>
            </a:lvl6pPr>
            <a:lvl7pPr marL="2057297" indent="0">
              <a:buNone/>
              <a:defRPr sz="750"/>
            </a:lvl7pPr>
            <a:lvl8pPr marL="2400180" indent="0">
              <a:buNone/>
              <a:defRPr sz="750"/>
            </a:lvl8pPr>
            <a:lvl9pPr marL="2743064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5297E1-ECBE-4F3E-B475-D53C173C97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Lucida Grande" charset="0"/>
                <a:ea typeface="Lucida Grande" charset="0"/>
                <a:cs typeface="Lucida Grande" charset="0"/>
              </a:defRPr>
            </a:lvl1pPr>
          </a:lstStyle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C05C2-A113-497C-8312-A6EBAEC00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9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Lucida Grande" charset="0"/>
                <a:ea typeface="Lucida Grande" charset="0"/>
                <a:cs typeface="Lucida Grande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9576F2-EB3E-41C6-969F-A08D390A4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4325" y="632931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Lucida Grande" charset="0"/>
                <a:ea typeface="Lucida Grande" charset="0"/>
                <a:cs typeface="Lucida Grande" charset="0"/>
              </a:defRPr>
            </a:lvl1pPr>
          </a:lstStyle>
          <a:p>
            <a:r>
              <a:rPr lang="en-US"/>
              <a:t>Student Name &amp; Email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CE9AB4B-AB23-4017-A18B-33E8C8E842C2}"/>
              </a:ext>
            </a:extLst>
          </p:cNvPr>
          <p:cNvSpPr txBox="1">
            <a:spLocks/>
          </p:cNvSpPr>
          <p:nvPr userDrawn="1"/>
        </p:nvSpPr>
        <p:spPr>
          <a:xfrm>
            <a:off x="304800" y="228600"/>
            <a:ext cx="10515600" cy="609601"/>
          </a:xfrm>
          <a:prstGeom prst="rect">
            <a:avLst/>
          </a:prstGeom>
        </p:spPr>
        <p:txBody>
          <a:bodyPr/>
          <a:lstStyle>
            <a:lvl1pPr algn="l" defTabSz="68576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363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41197-C554-4157-B908-E9B6DB0BA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333500"/>
            <a:ext cx="3932237" cy="723899"/>
          </a:xfrm>
          <a:prstGeom prst="rect">
            <a:avLst/>
          </a:prstGeom>
        </p:spPr>
        <p:txBody>
          <a:bodyPr anchor="b"/>
          <a:lstStyle>
            <a:lvl1pPr>
              <a:defRPr sz="2400">
                <a:latin typeface="Lucida Grande" charset="0"/>
                <a:ea typeface="Lucida Grande" charset="0"/>
                <a:cs typeface="Lucida Grand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D30585-F203-43D1-86E8-DC2DB2291F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333500"/>
            <a:ext cx="6172200" cy="45275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latin typeface="Lucida Grande" charset="0"/>
                <a:ea typeface="Lucida Grande" charset="0"/>
                <a:cs typeface="Lucida Grande" charset="0"/>
              </a:defRPr>
            </a:lvl1pPr>
            <a:lvl2pPr marL="342884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5" indent="0">
              <a:buNone/>
              <a:defRPr sz="1500"/>
            </a:lvl6pPr>
            <a:lvl7pPr marL="2057297" indent="0">
              <a:buNone/>
              <a:defRPr sz="1500"/>
            </a:lvl7pPr>
            <a:lvl8pPr marL="2400180" indent="0">
              <a:buNone/>
              <a:defRPr sz="1500"/>
            </a:lvl8pPr>
            <a:lvl9pPr marL="2743064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8672EA-BE27-49D6-B4B7-FB9EA64027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Lucida Grande" charset="0"/>
                <a:ea typeface="Lucida Grande" charset="0"/>
                <a:cs typeface="Lucida Grande" charset="0"/>
              </a:defRPr>
            </a:lvl1pPr>
            <a:lvl2pPr marL="342884" indent="0">
              <a:buNone/>
              <a:defRPr sz="1050"/>
            </a:lvl2pPr>
            <a:lvl3pPr marL="685766" indent="0">
              <a:buNone/>
              <a:defRPr sz="900"/>
            </a:lvl3pPr>
            <a:lvl4pPr marL="1028649" indent="0">
              <a:buNone/>
              <a:defRPr sz="750"/>
            </a:lvl4pPr>
            <a:lvl5pPr marL="1371532" indent="0">
              <a:buNone/>
              <a:defRPr sz="750"/>
            </a:lvl5pPr>
            <a:lvl6pPr marL="1714415" indent="0">
              <a:buNone/>
              <a:defRPr sz="750"/>
            </a:lvl6pPr>
            <a:lvl7pPr marL="2057297" indent="0">
              <a:buNone/>
              <a:defRPr sz="750"/>
            </a:lvl7pPr>
            <a:lvl8pPr marL="2400180" indent="0">
              <a:buNone/>
              <a:defRPr sz="750"/>
            </a:lvl8pPr>
            <a:lvl9pPr marL="2743064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E24F4-B86D-44A2-A2C0-34D8334625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Lucida Grande" charset="0"/>
                <a:ea typeface="Lucida Grande" charset="0"/>
                <a:cs typeface="Lucida Grande" charset="0"/>
              </a:defRPr>
            </a:lvl1pPr>
          </a:lstStyle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76DE1C-EC4D-4503-9382-52FFFD510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9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Lucida Grande" charset="0"/>
                <a:ea typeface="Lucida Grande" charset="0"/>
                <a:cs typeface="Lucida Grande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C502E3-4374-4946-A074-26A8CC9DA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4325" y="632931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Lucida Grande" charset="0"/>
                <a:ea typeface="Lucida Grande" charset="0"/>
                <a:cs typeface="Lucida Grande" charset="0"/>
              </a:defRPr>
            </a:lvl1pPr>
          </a:lstStyle>
          <a:p>
            <a:r>
              <a:rPr lang="en-US"/>
              <a:t>Student Name &amp; Email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CE9AB4B-AB23-4017-A18B-33E8C8E842C2}"/>
              </a:ext>
            </a:extLst>
          </p:cNvPr>
          <p:cNvSpPr txBox="1">
            <a:spLocks/>
          </p:cNvSpPr>
          <p:nvPr userDrawn="1"/>
        </p:nvSpPr>
        <p:spPr>
          <a:xfrm>
            <a:off x="304800" y="228600"/>
            <a:ext cx="10515600" cy="609601"/>
          </a:xfrm>
          <a:prstGeom prst="rect">
            <a:avLst/>
          </a:prstGeom>
        </p:spPr>
        <p:txBody>
          <a:bodyPr/>
          <a:lstStyle>
            <a:lvl1pPr algn="l" defTabSz="68576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77720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92A0BB-8A48-459C-93ED-F8680D6AE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600200"/>
            <a:ext cx="10515600" cy="4351339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Lucida Grande" charset="0"/>
                <a:ea typeface="Lucida Grande" charset="0"/>
                <a:cs typeface="Lucida Grande" charset="0"/>
              </a:defRPr>
            </a:lvl1pPr>
            <a:lvl2pPr>
              <a:defRPr>
                <a:latin typeface="Lucida Grande" charset="0"/>
                <a:ea typeface="Lucida Grande" charset="0"/>
                <a:cs typeface="Lucida Grande" charset="0"/>
              </a:defRPr>
            </a:lvl2pPr>
            <a:lvl3pPr>
              <a:defRPr>
                <a:latin typeface="Lucida Grande" charset="0"/>
                <a:ea typeface="Lucida Grande" charset="0"/>
                <a:cs typeface="Lucida Grande" charset="0"/>
              </a:defRPr>
            </a:lvl3pPr>
            <a:lvl4pPr>
              <a:defRPr>
                <a:latin typeface="Lucida Grande" charset="0"/>
                <a:ea typeface="Lucida Grande" charset="0"/>
                <a:cs typeface="Lucida Grande" charset="0"/>
              </a:defRPr>
            </a:lvl4pPr>
            <a:lvl5pPr>
              <a:defRPr>
                <a:latin typeface="Lucida Grande" charset="0"/>
                <a:ea typeface="Lucida Grande" charset="0"/>
                <a:cs typeface="Lucida Grande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13213-29E5-44DE-9796-2145D93271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Lucida Grande" charset="0"/>
                <a:ea typeface="Lucida Grande" charset="0"/>
                <a:cs typeface="Lucida Grande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81C9C-9F55-4E06-80ED-1A48EB72D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9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Lucida Grande" charset="0"/>
                <a:ea typeface="Lucida Grande" charset="0"/>
                <a:cs typeface="Lucida Grande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1144D-9CB3-4282-AB0B-67FC2543C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4325" y="632931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Lucida Grande" charset="0"/>
                <a:ea typeface="Lucida Grande" charset="0"/>
                <a:cs typeface="Lucida Grande" charset="0"/>
              </a:defRPr>
            </a:lvl1pPr>
          </a:lstStyle>
          <a:p>
            <a:r>
              <a:rPr lang="en-US"/>
              <a:t>Student Name &amp; Email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CE9AB4B-AB23-4017-A18B-33E8C8E8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"/>
            <a:ext cx="10515600" cy="6096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3210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F85618-599A-4B7F-BFC3-574E163455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1524000"/>
            <a:ext cx="2628900" cy="4652966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Lucida Grande" charset="0"/>
                <a:ea typeface="Lucida Grande" charset="0"/>
                <a:cs typeface="Lucida Grand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BBA96B-CAD7-49FC-A897-BADF425466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6" y="1524000"/>
            <a:ext cx="7734300" cy="4652966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Lucida Grande" charset="0"/>
                <a:ea typeface="Lucida Grande" charset="0"/>
                <a:cs typeface="Lucida Grande" charset="0"/>
              </a:defRPr>
            </a:lvl1pPr>
            <a:lvl2pPr>
              <a:defRPr>
                <a:latin typeface="Lucida Grande" charset="0"/>
                <a:ea typeface="Lucida Grande" charset="0"/>
                <a:cs typeface="Lucida Grande" charset="0"/>
              </a:defRPr>
            </a:lvl2pPr>
            <a:lvl3pPr>
              <a:defRPr>
                <a:latin typeface="Lucida Grande" charset="0"/>
                <a:ea typeface="Lucida Grande" charset="0"/>
                <a:cs typeface="Lucida Grande" charset="0"/>
              </a:defRPr>
            </a:lvl3pPr>
            <a:lvl4pPr>
              <a:defRPr>
                <a:latin typeface="Lucida Grande" charset="0"/>
                <a:ea typeface="Lucida Grande" charset="0"/>
                <a:cs typeface="Lucida Grande" charset="0"/>
              </a:defRPr>
            </a:lvl4pPr>
            <a:lvl5pPr>
              <a:defRPr>
                <a:latin typeface="Lucida Grande" charset="0"/>
                <a:ea typeface="Lucida Grande" charset="0"/>
                <a:cs typeface="Lucida Grande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6EAB4-CD88-47BD-954C-A5B2E3EB72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Lucida Grande" charset="0"/>
                <a:ea typeface="Lucida Grande" charset="0"/>
                <a:cs typeface="Lucida Grande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766DA-1CDE-4D27-B80E-923AEEBB4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9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Lucida Grande" charset="0"/>
                <a:ea typeface="Lucida Grande" charset="0"/>
                <a:cs typeface="Lucida Grande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D5D65-56F3-49A5-BF82-6B7C7A8C7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4325" y="632931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Lucida Grande" charset="0"/>
                <a:ea typeface="Lucida Grande" charset="0"/>
                <a:cs typeface="Lucida Grande" charset="0"/>
              </a:defRPr>
            </a:lvl1pPr>
          </a:lstStyle>
          <a:p>
            <a:r>
              <a:rPr lang="en-US"/>
              <a:t>Student Name &amp; Email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CE9AB4B-AB23-4017-A18B-33E8C8E842C2}"/>
              </a:ext>
            </a:extLst>
          </p:cNvPr>
          <p:cNvSpPr txBox="1">
            <a:spLocks/>
          </p:cNvSpPr>
          <p:nvPr userDrawn="1"/>
        </p:nvSpPr>
        <p:spPr>
          <a:xfrm>
            <a:off x="304800" y="228600"/>
            <a:ext cx="10515600" cy="609601"/>
          </a:xfrm>
          <a:prstGeom prst="rect">
            <a:avLst/>
          </a:prstGeom>
        </p:spPr>
        <p:txBody>
          <a:bodyPr/>
          <a:lstStyle>
            <a:lvl1pPr algn="l" defTabSz="68576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878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1438981"/>
            <a:ext cx="9866489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06874" y="2983088"/>
            <a:ext cx="9911644" cy="968023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Sed</a:t>
            </a:r>
            <a:r>
              <a:rPr lang="en-US" dirty="0"/>
              <a:t> un </a:t>
            </a:r>
            <a:r>
              <a:rPr lang="en-US" dirty="0" err="1"/>
              <a:t>molestias</a:t>
            </a:r>
            <a:r>
              <a:rPr lang="en-US" dirty="0"/>
              <a:t> </a:t>
            </a:r>
            <a:r>
              <a:rPr lang="en-US" dirty="0" err="1"/>
              <a:t>excepture</a:t>
            </a:r>
            <a:r>
              <a:rPr lang="en-US" dirty="0"/>
              <a:t> </a:t>
            </a:r>
            <a:r>
              <a:rPr lang="en-US" dirty="0" err="1"/>
              <a:t>sint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277408"/>
            <a:ext cx="10972800" cy="1143000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/>
            </a:lvl1pPr>
          </a:lstStyle>
          <a:p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454805"/>
            <a:ext cx="10972800" cy="252641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09600" y="316783"/>
            <a:ext cx="4602104" cy="4880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FDB515"/>
                </a:solidFill>
                <a:latin typeface="Georgia"/>
                <a:cs typeface="Georgia"/>
              </a:defRPr>
            </a:lvl1pPr>
          </a:lstStyle>
          <a:p>
            <a:pPr lvl="0"/>
            <a:r>
              <a:rPr lang="en-US" dirty="0"/>
              <a:t>CLICK TO EDIT MASTER  |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5062709" y="312435"/>
            <a:ext cx="2984500" cy="4923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0818520" y="6406445"/>
            <a:ext cx="13734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CACBFA4-9F9F-3F42-9348-CEF387879029}" type="slidenum">
              <a:rPr lang="en-US" sz="1200" smtClean="0">
                <a:solidFill>
                  <a:srgbClr val="FFFFFF"/>
                </a:solidFill>
                <a:latin typeface="Lucida Grande"/>
                <a:cs typeface="Lucida Grande"/>
              </a:rPr>
              <a:t>‹#›</a:t>
            </a:fld>
            <a:endParaRPr lang="en-US" sz="1200" dirty="0">
              <a:solidFill>
                <a:srgbClr val="FFFFFF"/>
              </a:solidFill>
              <a:latin typeface="Lucida Grande"/>
              <a:cs typeface="Lucida Grande"/>
            </a:endParaRP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04385" y="6340825"/>
            <a:ext cx="3130879" cy="3760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cs-CZ"/>
              <a:t>11/15/13 | Lorem Ipsum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1058327"/>
            <a:ext cx="4011084" cy="40498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766733" y="1091489"/>
            <a:ext cx="6503341" cy="4256622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1" y="1547984"/>
            <a:ext cx="4011084" cy="378601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09600" y="316783"/>
            <a:ext cx="4602104" cy="4880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FDB515"/>
                </a:solidFill>
                <a:latin typeface="Georgia"/>
                <a:cs typeface="Georgia"/>
              </a:defRPr>
            </a:lvl1pPr>
          </a:lstStyle>
          <a:p>
            <a:pPr lvl="0"/>
            <a:r>
              <a:rPr lang="en-US" dirty="0"/>
              <a:t>CLICK TO EDIT MASTER  |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4" hasCustomPrompt="1"/>
          </p:nvPr>
        </p:nvSpPr>
        <p:spPr>
          <a:xfrm>
            <a:off x="5062709" y="312435"/>
            <a:ext cx="2984500" cy="4923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10818520" y="6406445"/>
            <a:ext cx="13734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CACBFA4-9F9F-3F42-9348-CEF387879029}" type="slidenum">
              <a:rPr lang="en-US" sz="1200" smtClean="0">
                <a:solidFill>
                  <a:srgbClr val="FFFFFF"/>
                </a:solidFill>
                <a:latin typeface="Lucida Grande"/>
                <a:cs typeface="Lucida Grande"/>
              </a:rPr>
              <a:t>‹#›</a:t>
            </a:fld>
            <a:endParaRPr lang="en-US" sz="1200" dirty="0">
              <a:solidFill>
                <a:srgbClr val="FFFFFF"/>
              </a:solidFill>
              <a:latin typeface="Lucida Grande"/>
              <a:cs typeface="Lucida Grande"/>
            </a:endParaRPr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04385" y="6340825"/>
            <a:ext cx="3130879" cy="3760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cs-CZ"/>
              <a:t>11/15/13 | Lorem Ipsum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17" y="377049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7718" y="330553"/>
            <a:ext cx="8616949" cy="33947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7715" y="4351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10818520" y="6406445"/>
            <a:ext cx="13734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CACBFA4-9F9F-3F42-9348-CEF387879029}" type="slidenum">
              <a:rPr lang="en-US" sz="1200" smtClean="0">
                <a:solidFill>
                  <a:srgbClr val="FFFFFF"/>
                </a:solidFill>
                <a:latin typeface="Lucida Grande"/>
                <a:cs typeface="Lucida Grande"/>
              </a:rPr>
              <a:t>‹#›</a:t>
            </a:fld>
            <a:endParaRPr lang="en-US" sz="1200" dirty="0">
              <a:solidFill>
                <a:srgbClr val="FFFFFF"/>
              </a:solidFill>
              <a:latin typeface="Lucida Grande"/>
              <a:cs typeface="Lucida Grande"/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04385" y="6340825"/>
            <a:ext cx="3130879" cy="3760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cs-CZ"/>
              <a:t>11/15/13 | Lorem Ipsum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FC1FD-0727-47BC-9776-C8113E544C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C8995B-5A9A-4C5C-B1C5-DAC1F7661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55BEFA-7995-48F3-97E9-35B2C4CB94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6496" y="6306657"/>
            <a:ext cx="2743200" cy="365125"/>
          </a:xfrm>
          <a:prstGeom prst="rect">
            <a:avLst/>
          </a:prstGeom>
        </p:spPr>
        <p:txBody>
          <a:bodyPr/>
          <a:lstStyle/>
          <a:p>
            <a:fld id="{0C648D63-10BC-4192-BE07-124C1BBD233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4FA607-71A6-45BB-9A9B-613DCEC67A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6399" y="62476"/>
            <a:ext cx="2593299" cy="61856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CE9AB4B-AB23-4017-A18B-33E8C8E8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76200"/>
            <a:ext cx="10515600" cy="6096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CF38F-0396-4252-8B93-7972E7348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2766218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400" b="1">
                <a:solidFill>
                  <a:srgbClr val="FCB323"/>
                </a:solidFill>
                <a:latin typeface="Book Antiqua" panose="02040602050305030304" pitchFamily="18" charset="0"/>
              </a:defRPr>
            </a:lvl1pPr>
          </a:lstStyle>
          <a:p>
            <a:r>
              <a:rPr lang="en-US" dirty="0"/>
              <a:t>Sample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9F5E08-AD11-4004-88F2-03D89F5752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0" y="4091781"/>
            <a:ext cx="11573700" cy="27606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46496" y="6306657"/>
            <a:ext cx="2743200" cy="365125"/>
          </a:xfrm>
          <a:prstGeom prst="rect">
            <a:avLst/>
          </a:prstGeom>
        </p:spPr>
        <p:txBody>
          <a:bodyPr/>
          <a:lstStyle/>
          <a:p>
            <a:fld id="{2B2DFA34-5E33-4EC8-B78F-02753F1842F9}" type="slidenum">
              <a:rPr lang="en-US" smtClean="0"/>
              <a:pPr/>
              <a:t>‹#›</a:t>
            </a:fld>
            <a:r>
              <a:rPr lang="en-US" dirty="0"/>
              <a:t> of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25CA1-A9D9-42B5-9542-E43F9674A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835914"/>
            <a:ext cx="10515600" cy="2852737"/>
          </a:xfrm>
          <a:prstGeom prst="rect">
            <a:avLst/>
          </a:prstGeom>
        </p:spPr>
        <p:txBody>
          <a:bodyPr anchor="b"/>
          <a:lstStyle>
            <a:lvl1pPr algn="ctr">
              <a:defRPr sz="45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9C4D209-D5C6-48FC-8A1A-E61ACC897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6750" y="53112"/>
            <a:ext cx="2454050" cy="61856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3.emf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B584A0-9215-46C1-87CD-239CC5895499}"/>
              </a:ext>
            </a:extLst>
          </p:cNvPr>
          <p:cNvSpPr/>
          <p:nvPr userDrawn="1"/>
        </p:nvSpPr>
        <p:spPr>
          <a:xfrm>
            <a:off x="0" y="-30480"/>
            <a:ext cx="12185141" cy="1112333"/>
          </a:xfrm>
          <a:prstGeom prst="rect">
            <a:avLst/>
          </a:prstGeom>
          <a:solidFill>
            <a:srgbClr val="003262"/>
          </a:solidFill>
          <a:ln>
            <a:solidFill>
              <a:srgbClr val="0032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EC8E18-6034-4F24-AE9C-83762657A75B}"/>
              </a:ext>
            </a:extLst>
          </p:cNvPr>
          <p:cNvSpPr/>
          <p:nvPr userDrawn="1"/>
        </p:nvSpPr>
        <p:spPr>
          <a:xfrm>
            <a:off x="-1" y="1081853"/>
            <a:ext cx="12192004" cy="61147"/>
          </a:xfrm>
          <a:prstGeom prst="rect">
            <a:avLst/>
          </a:prstGeom>
          <a:solidFill>
            <a:srgbClr val="FFB821"/>
          </a:solidFill>
          <a:ln>
            <a:solidFill>
              <a:srgbClr val="FCB3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badi Extra Light" panose="020B0204020104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739BC5-169C-488D-A7AB-31FF9D8AA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6496" y="63066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648D63-10BC-4192-BE07-124C1BBD233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1936" y="247599"/>
            <a:ext cx="2907760" cy="60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492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7" r:id="rId4"/>
    <p:sldLayoutId id="2147483689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ftr="0" dt="0"/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2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67063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Project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989138"/>
            <a:ext cx="10972800" cy="2526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632407" y="6242049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cs-CZ"/>
              <a:t>11/15/13 | Lorem Ipsum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7510" y="6081534"/>
            <a:ext cx="2327564" cy="533400"/>
          </a:xfrm>
          <a:prstGeom prst="rect">
            <a:avLst/>
          </a:prstGeom>
        </p:spPr>
      </p:pic>
      <p:pic>
        <p:nvPicPr>
          <p:cNvPr id="6" name="Picture 5" descr="Structures.png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1704" y="0"/>
            <a:ext cx="12361333" cy="68707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73" y="5819797"/>
            <a:ext cx="2907760" cy="60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90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5000" kern="1200">
          <a:solidFill>
            <a:srgbClr val="FDB515"/>
          </a:solidFill>
          <a:latin typeface="Georgia"/>
          <a:ea typeface="+mj-ea"/>
          <a:cs typeface="Georgi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bg1"/>
          </a:solidFill>
          <a:latin typeface="Lucida Grande"/>
          <a:ea typeface="+mn-ea"/>
          <a:cs typeface="Lucida Grande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/>
          </a:solidFill>
          <a:latin typeface="Lucida Grande"/>
          <a:ea typeface="+mn-ea"/>
          <a:cs typeface="Lucida Grande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/>
          </a:solidFill>
          <a:latin typeface="Lucida Grande"/>
          <a:ea typeface="+mn-ea"/>
          <a:cs typeface="Lucida Grande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/>
          </a:solidFill>
          <a:latin typeface="Lucida Grande"/>
          <a:ea typeface="+mn-ea"/>
          <a:cs typeface="Lucida Grande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bg1"/>
          </a:solidFill>
          <a:latin typeface="Lucida Grande"/>
          <a:ea typeface="+mn-ea"/>
          <a:cs typeface="Lucida Grand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820D7-910A-1B35-FED7-1E0EC63B8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48757-B165-E594-7A76-DD601836E3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648D63-10BC-4192-BE07-124C1BBD2336}" type="slidenum">
              <a:rPr lang="en-US" smtClean="0"/>
              <a:t>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BF55ADC-99AD-322B-5EBF-E9C6A4356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799"/>
            <a:ext cx="10515600" cy="609601"/>
          </a:xfrm>
        </p:spPr>
        <p:txBody>
          <a:bodyPr/>
          <a:lstStyle/>
          <a:p>
            <a:r>
              <a:rPr lang="en-US" dirty="0"/>
              <a:t>Derated Energy Density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B5DC7D-B17E-D0A5-77FF-531E611B99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703845"/>
            <a:ext cx="5336496" cy="46969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6C4563-FF60-4C4C-863F-912C88095ABE}"/>
                  </a:ext>
                </a:extLst>
              </p:cNvPr>
              <p:cNvSpPr txBox="1"/>
              <p:nvPr/>
            </p:nvSpPr>
            <p:spPr>
              <a:xfrm>
                <a:off x="1676400" y="1515450"/>
                <a:ext cx="2495042" cy="855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𝑑𝑒𝑟𝑎𝑡𝑒𝑑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6C4563-FF60-4C4C-863F-912C88095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1515450"/>
                <a:ext cx="2495042" cy="855299"/>
              </a:xfrm>
              <a:prstGeom prst="rect">
                <a:avLst/>
              </a:prstGeom>
              <a:blipFill>
                <a:blip r:embed="rId4"/>
                <a:stretch>
                  <a:fillRect l="-2538" t="-1471" r="-508" b="-10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E51DB7F-2693-202F-231C-E2D3E464DD6F}"/>
              </a:ext>
            </a:extLst>
          </p:cNvPr>
          <p:cNvSpPr txBox="1"/>
          <p:nvPr/>
        </p:nvSpPr>
        <p:spPr>
          <a:xfrm>
            <a:off x="7154438" y="1217419"/>
            <a:ext cx="39816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Plotted: All TDK Class II Ceramics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84AFB2-1863-FA9B-B54D-7B2DD2E83E2E}"/>
              </a:ext>
            </a:extLst>
          </p:cNvPr>
          <p:cNvSpPr txBox="1"/>
          <p:nvPr/>
        </p:nvSpPr>
        <p:spPr>
          <a:xfrm>
            <a:off x="304800" y="2895600"/>
            <a:ext cx="48960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Capacitors are better utilized (store more energy per unit mass/volume) when operated near their rated voltage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68D888-840B-8389-786B-7A5D7D62EEF4}"/>
              </a:ext>
            </a:extLst>
          </p:cNvPr>
          <p:cNvSpPr txBox="1"/>
          <p:nvPr/>
        </p:nvSpPr>
        <p:spPr>
          <a:xfrm>
            <a:off x="304800" y="5906870"/>
            <a:ext cx="4896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Logan: “I think the optimal design is to use only 	100V and 450V capacitors”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642DFE-7928-B0B0-A33A-D7ED41C974B5}"/>
              </a:ext>
            </a:extLst>
          </p:cNvPr>
          <p:cNvSpPr txBox="1"/>
          <p:nvPr/>
        </p:nvSpPr>
        <p:spPr>
          <a:xfrm>
            <a:off x="304800" y="4230469"/>
            <a:ext cx="4896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Metric may be used to directly compare capacitors with different voltage ratings</a:t>
            </a:r>
          </a:p>
        </p:txBody>
      </p:sp>
    </p:spTree>
    <p:extLst>
      <p:ext uri="{BB962C8B-B14F-4D97-AF65-F5344CB8AC3E}">
        <p14:creationId xmlns:p14="http://schemas.microsoft.com/office/powerpoint/2010/main" val="365160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8581B-99A8-2EFC-6F1C-FB5A4D02D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A1F71-4684-90E3-7D4B-07D25EBD66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648D63-10BC-4192-BE07-124C1BBD2336}" type="slidenum">
              <a:rPr lang="en-US" smtClean="0"/>
              <a:t>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B603FF-A681-5DF0-52F8-0FAA2F4AB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799"/>
            <a:ext cx="10515600" cy="609601"/>
          </a:xfrm>
        </p:spPr>
        <p:txBody>
          <a:bodyPr/>
          <a:lstStyle/>
          <a:p>
            <a:r>
              <a:rPr lang="en-US" dirty="0"/>
              <a:t>Derated Capacitance Density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1BD951-B880-A46F-A08B-43D0E0117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2773" y="1373659"/>
            <a:ext cx="6526454" cy="517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085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ad_chart.potx" id="{3369B91B-537D-40D0-BED4-4441DD719971}" vid="{B3A33EBC-B41F-48CE-8D4C-345E298A4920}"/>
    </a:ext>
  </a:extLst>
</a:theme>
</file>

<file path=ppt/theme/theme2.xml><?xml version="1.0" encoding="utf-8"?>
<a:theme xmlns:a="http://schemas.openxmlformats.org/drawingml/2006/main" name="1_Berkeley_heritage">
  <a:themeElements>
    <a:clrScheme name="Berkeley heritage">
      <a:dk1>
        <a:srgbClr val="FDB515"/>
      </a:dk1>
      <a:lt1>
        <a:sysClr val="window" lastClr="FFFFFF"/>
      </a:lt1>
      <a:dk2>
        <a:srgbClr val="003262"/>
      </a:dk2>
      <a:lt2>
        <a:srgbClr val="C2B9A7"/>
      </a:lt2>
      <a:accent1>
        <a:srgbClr val="FDB500"/>
      </a:accent1>
      <a:accent2>
        <a:srgbClr val="D8661F"/>
      </a:accent2>
      <a:accent3>
        <a:srgbClr val="B9D3B6"/>
      </a:accent3>
      <a:accent4>
        <a:srgbClr val="584F29"/>
      </a:accent4>
      <a:accent5>
        <a:srgbClr val="00B2A5"/>
      </a:accent5>
      <a:accent6>
        <a:srgbClr val="F79646"/>
      </a:accent6>
      <a:hlink>
        <a:srgbClr val="00B0DA"/>
      </a:hlink>
      <a:folHlink>
        <a:srgbClr val="EE1F6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quad_chart</Template>
  <TotalTime>69985</TotalTime>
  <Words>70</Words>
  <Application>Microsoft Macintosh PowerPoint</Application>
  <PresentationFormat>Widescreen</PresentationFormat>
  <Paragraphs>11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Abadi Extra Light</vt:lpstr>
      <vt:lpstr>Arial</vt:lpstr>
      <vt:lpstr>Book Antiqua</vt:lpstr>
      <vt:lpstr>Calibri</vt:lpstr>
      <vt:lpstr>Cambria Math</vt:lpstr>
      <vt:lpstr>Georgia</vt:lpstr>
      <vt:lpstr>Lucida Grande</vt:lpstr>
      <vt:lpstr>Office Theme</vt:lpstr>
      <vt:lpstr>1_Berkeley_heritage</vt:lpstr>
      <vt:lpstr>Derated Energy Density</vt:lpstr>
      <vt:lpstr>Derated Capacitance Density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zitao liao</dc:creator>
  <cp:lastModifiedBy>Nathan Biesterfeld</cp:lastModifiedBy>
  <cp:revision>2076</cp:revision>
  <dcterms:created xsi:type="dcterms:W3CDTF">2019-03-02T20:48:27Z</dcterms:created>
  <dcterms:modified xsi:type="dcterms:W3CDTF">2026-01-18T22:30:39Z</dcterms:modified>
</cp:coreProperties>
</file>